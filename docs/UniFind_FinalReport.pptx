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320040" cy="32004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" y="54864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UniFind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219456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Project Report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697480"/>
            <a:ext cx="11064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UniFind</a:t>
            </a:r>
            <a:endParaRPr lang="en-US" sz="8400" dirty="0"/>
          </a:p>
        </p:txBody>
      </p:sp>
      <p:sp>
        <p:nvSpPr>
          <p:cNvPr id="6" name="Text 4"/>
          <p:cNvSpPr/>
          <p:nvPr/>
        </p:nvSpPr>
        <p:spPr>
          <a:xfrm>
            <a:off x="548640" y="40690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&amp; Found App for University Students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6035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2190512 Application Development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  ·  Group: [Group Name]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0058400" y="6263640"/>
            <a:ext cx="1645920" cy="36576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0" y="62636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 FINAL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UniFind  ·  Final Report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972800" y="274320"/>
            <a:ext cx="75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502920" cy="50292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645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43000" y="1645920"/>
            <a:ext cx="4709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 &amp; Problem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43000" y="1920240"/>
            <a:ext cx="4709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UniFind exists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359152"/>
            <a:ext cx="502920" cy="50292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3591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43000" y="2359152"/>
            <a:ext cx="4709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43000" y="2633472"/>
            <a:ext cx="4709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deliverables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072384"/>
            <a:ext cx="502920" cy="50292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07238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43000" y="3072384"/>
            <a:ext cx="4709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43000" y="3346704"/>
            <a:ext cx="4709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highlights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785616"/>
            <a:ext cx="502920" cy="50292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78561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43000" y="3785616"/>
            <a:ext cx="4709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43000" y="4059936"/>
            <a:ext cx="4709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all connects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498848"/>
            <a:ext cx="502920" cy="50292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44988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43000" y="4498848"/>
            <a:ext cx="4709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143000" y="4773168"/>
            <a:ext cx="4709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actually used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17920" y="1645920"/>
            <a:ext cx="502920" cy="50292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26" name="Text 24"/>
          <p:cNvSpPr/>
          <p:nvPr/>
        </p:nvSpPr>
        <p:spPr>
          <a:xfrm>
            <a:off x="6217920" y="1645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903720" y="1645920"/>
            <a:ext cx="4709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vs Final — Features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903720" y="1920240"/>
            <a:ext cx="4709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analysis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17920" y="2359152"/>
            <a:ext cx="502920" cy="50292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30" name="Text 28"/>
          <p:cNvSpPr/>
          <p:nvPr/>
        </p:nvSpPr>
        <p:spPr>
          <a:xfrm>
            <a:off x="6217920" y="23591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903720" y="2359152"/>
            <a:ext cx="4709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vs Final — Tech Stack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903720" y="2633472"/>
            <a:ext cx="4709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diverged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217920" y="3072384"/>
            <a:ext cx="502920" cy="50292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34" name="Text 32"/>
          <p:cNvSpPr/>
          <p:nvPr/>
        </p:nvSpPr>
        <p:spPr>
          <a:xfrm>
            <a:off x="6217920" y="307238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903720" y="3072384"/>
            <a:ext cx="4709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6903720" y="3346704"/>
            <a:ext cx="4709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assessment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217920" y="3785616"/>
            <a:ext cx="502920" cy="50292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38" name="Text 36"/>
          <p:cNvSpPr/>
          <p:nvPr/>
        </p:nvSpPr>
        <p:spPr>
          <a:xfrm>
            <a:off x="6217920" y="378561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903720" y="3785616"/>
            <a:ext cx="4709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Learned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6903720" y="4059936"/>
            <a:ext cx="4709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took away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UniFind  ·  Final Report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972800" y="274320"/>
            <a:ext cx="75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UniFind?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5486400" cy="4846320"/>
          </a:xfrm>
          <a:prstGeom prst="roundRect">
            <a:avLst>
              <a:gd name="adj" fmla="val 1887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7373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The Problem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2377440"/>
            <a:ext cx="50292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lose wallets, keys, IDs, laptops on campus daily.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 are fragmented: Facebook groups, paper notice boards, security drop-offs.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unified, searchable, campus-specific platform exists.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Finders and losers struggle to connect privately.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45352" y="1554480"/>
            <a:ext cx="5486400" cy="4846320"/>
          </a:xfrm>
          <a:prstGeom prst="roundRect">
            <a:avLst>
              <a:gd name="adj" fmla="val 1887"/>
            </a:avLst>
          </a:prstGeom>
          <a:solidFill>
            <a:srgbClr val="F0F9FF"/>
          </a:solidFill>
          <a:ln w="12700">
            <a:solidFill>
              <a:srgbClr val="7DD3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19672" y="17373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 Our Purpose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519672" y="2377440"/>
            <a:ext cx="50292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trusted, university-only platform.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+ web access (iOS, Android, browser).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Privacy-preserving claim &amp; messaging flow.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oversight for moderation and fairness.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UniFind  ·  Final Report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972800" y="274320"/>
            <a:ext cx="75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working deliverables, all integrated end-to-end.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2697480" cy="429768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828800"/>
            <a:ext cx="2697480" cy="164592"/>
          </a:xfrm>
          <a:prstGeom prst="roundRect">
            <a:avLst>
              <a:gd name="adj" fmla="val 44444"/>
            </a:avLst>
          </a:prstGeom>
          <a:solidFill>
            <a:srgbClr val="0EA5E9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286000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731520" y="347472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3977640"/>
            <a:ext cx="21488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+ Expo. Runs on iOS and Android. Login, browse, report, claim.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91840" y="1828800"/>
            <a:ext cx="2697480" cy="429768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91840" y="1828800"/>
            <a:ext cx="2697480" cy="164592"/>
          </a:xfrm>
          <a:prstGeom prst="roundRect">
            <a:avLst>
              <a:gd name="adj" fmla="val 44444"/>
            </a:avLst>
          </a:prstGeom>
          <a:solidFill>
            <a:srgbClr val="0284C7"/>
          </a:solidFill>
          <a:ln/>
        </p:spPr>
      </p:sp>
      <p:sp>
        <p:nvSpPr>
          <p:cNvPr id="13" name="Text 11"/>
          <p:cNvSpPr/>
          <p:nvPr/>
        </p:nvSpPr>
        <p:spPr>
          <a:xfrm>
            <a:off x="3566160" y="2286000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</a:t>
            </a:r>
            <a:endParaRPr lang="en-US" sz="5600" dirty="0"/>
          </a:p>
        </p:txBody>
      </p:sp>
      <p:sp>
        <p:nvSpPr>
          <p:cNvPr id="14" name="Text 12"/>
          <p:cNvSpPr/>
          <p:nvPr/>
        </p:nvSpPr>
        <p:spPr>
          <a:xfrm>
            <a:off x="3566160" y="347472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Web App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566160" y="3977640"/>
            <a:ext cx="21488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HTML/CSS/JS at :8082. Browse, report, claim from any browser.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26480" y="1828800"/>
            <a:ext cx="2697480" cy="429768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0" y="1828800"/>
            <a:ext cx="2697480" cy="164592"/>
          </a:xfrm>
          <a:prstGeom prst="roundRect">
            <a:avLst>
              <a:gd name="adj" fmla="val 44444"/>
            </a:avLst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0" y="2286000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</a:t>
            </a:r>
            <a:endParaRPr lang="en-US" sz="5600" dirty="0"/>
          </a:p>
        </p:txBody>
      </p:sp>
      <p:sp>
        <p:nvSpPr>
          <p:cNvPr id="19" name="Text 17"/>
          <p:cNvSpPr/>
          <p:nvPr/>
        </p:nvSpPr>
        <p:spPr>
          <a:xfrm>
            <a:off x="6400800" y="347472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400800" y="3977640"/>
            <a:ext cx="21488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HTML/CSS/JS at :8080. Stats, charts, claim moderation, user management.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961120" y="1828800"/>
            <a:ext cx="2697480" cy="429768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961120" y="1828800"/>
            <a:ext cx="2697480" cy="164592"/>
          </a:xfrm>
          <a:prstGeom prst="roundRect">
            <a:avLst>
              <a:gd name="adj" fmla="val 44444"/>
            </a:avLst>
          </a:prstGeom>
          <a:solidFill>
            <a:srgbClr val="334155"/>
          </a:solidFill>
          <a:ln/>
        </p:spPr>
      </p:sp>
      <p:sp>
        <p:nvSpPr>
          <p:cNvPr id="23" name="Text 21"/>
          <p:cNvSpPr/>
          <p:nvPr/>
        </p:nvSpPr>
        <p:spPr>
          <a:xfrm>
            <a:off x="9235440" y="2286000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</a:t>
            </a:r>
            <a:endParaRPr lang="en-US" sz="5600" dirty="0"/>
          </a:p>
        </p:txBody>
      </p:sp>
      <p:sp>
        <p:nvSpPr>
          <p:cNvPr id="24" name="Text 22"/>
          <p:cNvSpPr/>
          <p:nvPr/>
        </p:nvSpPr>
        <p:spPr>
          <a:xfrm>
            <a:off x="9235440" y="347472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Stack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235440" y="3977640"/>
            <a:ext cx="21488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REST API + MySQL + MongoDB + local /uploads. Containerised via docker-compose.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UniFind  ·  Final Report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972800" y="274320"/>
            <a:ext cx="75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Features (Built &amp; Working)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3657600" cy="2240280"/>
          </a:xfrm>
          <a:prstGeom prst="roundRect">
            <a:avLst>
              <a:gd name="adj" fmla="val 489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737360"/>
            <a:ext cx="640080" cy="64008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737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463040" y="1764792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with JWT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2514600"/>
            <a:ext cx="310896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+ password. Register &amp; login on mobile and web. bcrypt-hashed passwords.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51960" y="1508760"/>
            <a:ext cx="3657600" cy="2240280"/>
          </a:xfrm>
          <a:prstGeom prst="roundRect">
            <a:avLst>
              <a:gd name="adj" fmla="val 489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80560" y="1737360"/>
            <a:ext cx="640080" cy="64008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2" name="Text 10"/>
          <p:cNvSpPr/>
          <p:nvPr/>
        </p:nvSpPr>
        <p:spPr>
          <a:xfrm>
            <a:off x="4480560" y="1737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257800" y="1764792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Lost/Found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26280" y="2514600"/>
            <a:ext cx="310896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Title, category, location, date, tags, and one photo via /api/uploads.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046720" y="1508760"/>
            <a:ext cx="3657600" cy="2240280"/>
          </a:xfrm>
          <a:prstGeom prst="roundRect">
            <a:avLst>
              <a:gd name="adj" fmla="val 489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75320" y="1737360"/>
            <a:ext cx="640080" cy="64008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7" name="Text 15"/>
          <p:cNvSpPr/>
          <p:nvPr/>
        </p:nvSpPr>
        <p:spPr>
          <a:xfrm>
            <a:off x="8275320" y="1737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052560" y="1764792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Browse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321040" y="2514600"/>
            <a:ext cx="310896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search with type and category filters. Grid layout on web; cards on mobile.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913632"/>
            <a:ext cx="3657600" cy="2240280"/>
          </a:xfrm>
          <a:prstGeom prst="roundRect">
            <a:avLst>
              <a:gd name="adj" fmla="val 489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5800" y="4142232"/>
            <a:ext cx="640080" cy="64008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414223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463040" y="4169664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&amp; Verification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31520" y="4919472"/>
            <a:ext cx="310896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a proof-of-ownership text. The original poster approves or rejects.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251960" y="3913632"/>
            <a:ext cx="3657600" cy="2240280"/>
          </a:xfrm>
          <a:prstGeom prst="roundRect">
            <a:avLst>
              <a:gd name="adj" fmla="val 489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480560" y="4142232"/>
            <a:ext cx="640080" cy="64008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27" name="Text 25"/>
          <p:cNvSpPr/>
          <p:nvPr/>
        </p:nvSpPr>
        <p:spPr>
          <a:xfrm>
            <a:off x="4480560" y="414223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5257800" y="4169664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Matching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526280" y="4919472"/>
            <a:ext cx="310896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matching on category + keywords. Sends in-app notifications.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046720" y="3913632"/>
            <a:ext cx="3657600" cy="2240280"/>
          </a:xfrm>
          <a:prstGeom prst="roundRect">
            <a:avLst>
              <a:gd name="adj" fmla="val 489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275320" y="4142232"/>
            <a:ext cx="640080" cy="64008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32" name="Text 30"/>
          <p:cNvSpPr/>
          <p:nvPr/>
        </p:nvSpPr>
        <p:spPr>
          <a:xfrm>
            <a:off x="8275320" y="414223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9052560" y="4169664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Analytics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321040" y="4919472"/>
            <a:ext cx="310896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 charts (30-day timeline + by category), claim moderation, user controls.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UniFind  ·  Final Report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972800" y="274320"/>
            <a:ext cx="75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services orchestrated by docker-compose; REST + JWT between layers.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11247120" cy="1188720"/>
          </a:xfrm>
          <a:prstGeom prst="roundRect">
            <a:avLst>
              <a:gd name="adj" fmla="val 7692"/>
            </a:avLst>
          </a:prstGeom>
          <a:solidFill>
            <a:srgbClr val="F0F9FF"/>
          </a:solidFill>
          <a:ln w="12700">
            <a:solidFill>
              <a:srgbClr val="7DD3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874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21945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React Native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25146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 · iOS + Android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480560" y="21945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Student Web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480560" y="25146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HTML/CSS/JS · port 8082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183880" y="21945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Admin Web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183880" y="25146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HTML/CSS/JS · port 8080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89320" y="3063240"/>
            <a:ext cx="182880" cy="4572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0" y="31546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+ JWT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611880"/>
            <a:ext cx="11247120" cy="1051560"/>
          </a:xfrm>
          <a:prstGeom prst="roundRect">
            <a:avLst>
              <a:gd name="adj" fmla="val 8696"/>
            </a:avLst>
          </a:prstGeom>
          <a:solidFill>
            <a:srgbClr val="0F172A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703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LAYER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" y="3977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Flask REST API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40080" y="437083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 · gunicorn · Docker container · port 5001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0" y="4754880"/>
            <a:ext cx="137160" cy="41148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1" name="Shape 19"/>
          <p:cNvSpPr/>
          <p:nvPr/>
        </p:nvSpPr>
        <p:spPr>
          <a:xfrm>
            <a:off x="6035040" y="4754880"/>
            <a:ext cx="137160" cy="41148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2" name="Shape 20"/>
          <p:cNvSpPr/>
          <p:nvPr/>
        </p:nvSpPr>
        <p:spPr>
          <a:xfrm>
            <a:off x="9326880" y="4754880"/>
            <a:ext cx="137160" cy="41148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3" name="Shape 21"/>
          <p:cNvSpPr/>
          <p:nvPr/>
        </p:nvSpPr>
        <p:spPr>
          <a:xfrm>
            <a:off x="457200" y="5257800"/>
            <a:ext cx="365760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53949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 MySQL 8.0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0080" y="576072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Core: users, items, claims, messages, notifications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251960" y="5257800"/>
            <a:ext cx="365760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34840" y="53949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🍃  MongoDB 7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434840" y="576072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log: item_events for analytics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046720" y="5257800"/>
            <a:ext cx="365760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29600" y="53949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🖼️  Local /uploads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229600" y="576072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 via bind-mounted Docker volume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UniFind  ·  Final Report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972800" y="274320"/>
            <a:ext cx="75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 Used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technology used was introduced in the course curriculum.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11247120" cy="4114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7830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023360" y="178308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509760" y="178308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Week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194560"/>
            <a:ext cx="11247120" cy="43891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194560"/>
            <a:ext cx="3200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Frontend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023360" y="2194560"/>
            <a:ext cx="5303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+ TypeScript (Expo)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509760" y="2194560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12-14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94360" y="2633472"/>
            <a:ext cx="3200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Web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023360" y="2633472"/>
            <a:ext cx="5303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+ CSS + JavaScript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509760" y="2633472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10-11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072384"/>
            <a:ext cx="11247120" cy="43891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3072384"/>
            <a:ext cx="3200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Web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023360" y="3072384"/>
            <a:ext cx="5303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+ CSS + JS + Plotly.js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509760" y="3072384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10-11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94360" y="3511296"/>
            <a:ext cx="3200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023360" y="3511296"/>
            <a:ext cx="5303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(Python 3.11, gunicorn)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509760" y="3511296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3950208"/>
            <a:ext cx="11247120" cy="43891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5" name="Text 23"/>
          <p:cNvSpPr/>
          <p:nvPr/>
        </p:nvSpPr>
        <p:spPr>
          <a:xfrm>
            <a:off x="594360" y="3950208"/>
            <a:ext cx="3200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Database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023360" y="3950208"/>
            <a:ext cx="5303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8.0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509760" y="3950208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5-6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94360" y="4389120"/>
            <a:ext cx="3200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Logging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023360" y="4389120"/>
            <a:ext cx="5303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7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509760" y="4389120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57200" y="4828032"/>
            <a:ext cx="11247120" cy="43891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2" name="Text 30"/>
          <p:cNvSpPr/>
          <p:nvPr/>
        </p:nvSpPr>
        <p:spPr>
          <a:xfrm>
            <a:off x="594360" y="4828032"/>
            <a:ext cx="3200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Storage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023360" y="4828032"/>
            <a:ext cx="5303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/uploads + Docker volume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9509760" y="4828032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94360" y="5266944"/>
            <a:ext cx="3200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023360" y="5266944"/>
            <a:ext cx="5303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bcrypt (no Firebase)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9509760" y="5266944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457200" y="5705856"/>
            <a:ext cx="11247120" cy="43891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9" name="Text 37"/>
          <p:cNvSpPr/>
          <p:nvPr/>
        </p:nvSpPr>
        <p:spPr>
          <a:xfrm>
            <a:off x="594360" y="5705856"/>
            <a:ext cx="3200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Charts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4023360" y="5705856"/>
            <a:ext cx="5303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+ Plotly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9509760" y="5705856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2-3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594360" y="6144768"/>
            <a:ext cx="3200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Containerisation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4023360" y="6144768"/>
            <a:ext cx="5303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+ docker-compose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9509760" y="6144768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(extra)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UniFind  ·  Final Report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972800" y="274320"/>
            <a:ext cx="75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vs Final — Features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of 8 proposed features fully delivered; 1 partial; 1 deferred to v2.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11247120" cy="38404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78308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Feature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297680" y="178308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89320" y="1783080"/>
            <a:ext cx="5669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167128"/>
            <a:ext cx="11247120" cy="5029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167128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Login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97680" y="2286000"/>
            <a:ext cx="1508760" cy="274320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/>
        </p:spPr>
      </p:sp>
      <p:sp>
        <p:nvSpPr>
          <p:cNvPr id="13" name="Text 11"/>
          <p:cNvSpPr/>
          <p:nvPr/>
        </p:nvSpPr>
        <p:spPr>
          <a:xfrm>
            <a:off x="4297680" y="228600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89320" y="2167128"/>
            <a:ext cx="5669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+ password + JWT (custom, not Firebase Auth)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4360" y="2670048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Lost/Found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297680" y="2788920"/>
            <a:ext cx="1508760" cy="27432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/>
        </p:spPr>
      </p:sp>
      <p:sp>
        <p:nvSpPr>
          <p:cNvPr id="17" name="Text 15"/>
          <p:cNvSpPr/>
          <p:nvPr/>
        </p:nvSpPr>
        <p:spPr>
          <a:xfrm>
            <a:off x="4297680" y="278892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989320" y="2670048"/>
            <a:ext cx="5669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photo upload via /api/uploads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172968"/>
            <a:ext cx="11247120" cy="5029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3172968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Browse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297680" y="3291840"/>
            <a:ext cx="1508760" cy="27432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/>
        </p:spPr>
      </p:sp>
      <p:sp>
        <p:nvSpPr>
          <p:cNvPr id="22" name="Text 20"/>
          <p:cNvSpPr/>
          <p:nvPr/>
        </p:nvSpPr>
        <p:spPr>
          <a:xfrm>
            <a:off x="4297680" y="329184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989320" y="3172968"/>
            <a:ext cx="5669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+ category + type filter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94360" y="3675888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View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297680" y="3794760"/>
            <a:ext cx="1508760" cy="27432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/>
        </p:spPr>
      </p:sp>
      <p:sp>
        <p:nvSpPr>
          <p:cNvPr id="26" name="Text 24"/>
          <p:cNvSpPr/>
          <p:nvPr/>
        </p:nvSpPr>
        <p:spPr>
          <a:xfrm>
            <a:off x="4297680" y="379476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BUILT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989320" y="3675888"/>
            <a:ext cx="5669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Lat/lng columns exist; UI deferred to v2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4178808"/>
            <a:ext cx="11247120" cy="5029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9" name="Text 27"/>
          <p:cNvSpPr/>
          <p:nvPr/>
        </p:nvSpPr>
        <p:spPr>
          <a:xfrm>
            <a:off x="594360" y="4178808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Matching &amp; Alerts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297680" y="4297680"/>
            <a:ext cx="1508760" cy="27432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4297680" y="429768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989320" y="4178808"/>
            <a:ext cx="5669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matching → in-app notification; no FCM push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94360" y="4681728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Messaging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297680" y="4800600"/>
            <a:ext cx="1508760" cy="27432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/>
        </p:spPr>
      </p:sp>
      <p:sp>
        <p:nvSpPr>
          <p:cNvPr id="35" name="Text 33"/>
          <p:cNvSpPr/>
          <p:nvPr/>
        </p:nvSpPr>
        <p:spPr>
          <a:xfrm>
            <a:off x="4297680" y="480060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989320" y="4681728"/>
            <a:ext cx="5669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Polling-based chat tied to approved claims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57200" y="5184648"/>
            <a:ext cx="11247120" cy="5029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8" name="Text 36"/>
          <p:cNvSpPr/>
          <p:nvPr/>
        </p:nvSpPr>
        <p:spPr>
          <a:xfrm>
            <a:off x="594360" y="5184648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&amp; Verification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297680" y="5303520"/>
            <a:ext cx="1508760" cy="27432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/>
        </p:spPr>
      </p:sp>
      <p:sp>
        <p:nvSpPr>
          <p:cNvPr id="40" name="Text 38"/>
          <p:cNvSpPr/>
          <p:nvPr/>
        </p:nvSpPr>
        <p:spPr>
          <a:xfrm>
            <a:off x="4297680" y="530352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989320" y="5184648"/>
            <a:ext cx="5669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text + approve / reject flow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94360" y="5687568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4297680" y="5806440"/>
            <a:ext cx="1508760" cy="27432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/>
        </p:spPr>
      </p:sp>
      <p:sp>
        <p:nvSpPr>
          <p:cNvPr id="44" name="Text 42"/>
          <p:cNvSpPr/>
          <p:nvPr/>
        </p:nvSpPr>
        <p:spPr>
          <a:xfrm>
            <a:off x="4297680" y="580644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989320" y="5687568"/>
            <a:ext cx="5669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Stats, 30-day timeline, by-category, users, claims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UniFind  ·  Final Report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972800" y="274320"/>
            <a:ext cx="75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vs Final — Tech Stack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5486400" cy="4572000"/>
          </a:xfrm>
          <a:prstGeom prst="roundRect">
            <a:avLst>
              <a:gd name="adj" fmla="val 2000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6916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Proposed but Replaced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3317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Auth  →  JWT + bcrypt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715768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Simpler, no external dep, course-taught.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6118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Storage  →  Flask /api/uploads + Docker volume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3995928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 persist; one fewer cloud dep.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48920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Cloud Messaging  →  In-app polling notifications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5276088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Avoids native push setup; sufficient for v1.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45352" y="1554480"/>
            <a:ext cx="5486400" cy="4572000"/>
          </a:xfrm>
          <a:prstGeom prst="roundRect">
            <a:avLst>
              <a:gd name="adj" fmla="val 2000"/>
            </a:avLst>
          </a:prstGeom>
          <a:solidFill>
            <a:srgbClr val="F0F9FF"/>
          </a:solidFill>
          <a:ln w="12700">
            <a:solidFill>
              <a:srgbClr val="7DD3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19672" y="16916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➕  Added Beyond Proposal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519672" y="23317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gunicorn WSGI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519672" y="2715768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server with access logging for debugging.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19672" y="36118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Docker bind-mounts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19672" y="3995928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code reload during dev; uploads persist across rebuilds.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519672" y="48920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Second nginx container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519672" y="5276088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student web at port 8082 alongside admin at 8080.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62636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technology used is inside the approved course curriculum.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UniFind  ·  Final Report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972800" y="274320"/>
            <a:ext cx="75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(Honest Assessment)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did not solve in v1 — and what would need to come next.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5486400" cy="1280160"/>
          </a:xfrm>
          <a:prstGeom prst="roundRect">
            <a:avLst>
              <a:gd name="adj" fmla="val 571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057400"/>
            <a:ext cx="777240" cy="7772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0574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554480" y="201168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Map View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554480" y="2377440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show as a list; not pinned on a campus map.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1828800"/>
            <a:ext cx="5486400" cy="1280160"/>
          </a:xfrm>
          <a:prstGeom prst="roundRect">
            <a:avLst>
              <a:gd name="adj" fmla="val 571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0" y="2057400"/>
            <a:ext cx="777240" cy="7772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0" y="20574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🔕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7315200" y="201168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Push Notifications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0" y="2377440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must open the app to see updates.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246120"/>
            <a:ext cx="5486400" cy="1280160"/>
          </a:xfrm>
          <a:prstGeom prst="roundRect">
            <a:avLst>
              <a:gd name="adj" fmla="val 571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3474720"/>
            <a:ext cx="777240" cy="7772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47472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⏱️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554480" y="342900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Polling-Based Chat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554480" y="3794760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10-30 second delay; not real-time WebSocket.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17920" y="3246120"/>
            <a:ext cx="5486400" cy="1280160"/>
          </a:xfrm>
          <a:prstGeom prst="roundRect">
            <a:avLst>
              <a:gd name="adj" fmla="val 571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0" y="3474720"/>
            <a:ext cx="777240" cy="7772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0" y="347472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7315200" y="342900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AI Image Matching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315200" y="3794760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is rule-based on category + keywords + location.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4663440"/>
            <a:ext cx="5486400" cy="1280160"/>
          </a:xfrm>
          <a:prstGeom prst="roundRect">
            <a:avLst>
              <a:gd name="adj" fmla="val 571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0080" y="4892040"/>
            <a:ext cx="777240" cy="7772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489204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🔌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1554480" y="484632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LAN-Only for Dev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554480" y="5212080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apiBaseUrl must be updated when Wi-Fi changes.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217920" y="4663440"/>
            <a:ext cx="5486400" cy="1280160"/>
          </a:xfrm>
          <a:prstGeom prst="roundRect">
            <a:avLst>
              <a:gd name="adj" fmla="val 571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00800" y="4892040"/>
            <a:ext cx="777240" cy="7772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0" y="489204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7315200" y="484632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Campus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315200" y="5212080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multi-tenant support; one university per deployment.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7200" y="6080760"/>
            <a:ext cx="5486400" cy="1280160"/>
          </a:xfrm>
          <a:prstGeom prst="roundRect">
            <a:avLst>
              <a:gd name="adj" fmla="val 571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0080" y="6309360"/>
            <a:ext cx="777240" cy="7772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8" name="Text 36"/>
          <p:cNvSpPr/>
          <p:nvPr/>
        </p:nvSpPr>
        <p:spPr>
          <a:xfrm>
            <a:off x="640080" y="630936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</a:t>
            </a:r>
            <a:endParaRPr lang="en-US" sz="2400" dirty="0"/>
          </a:p>
        </p:txBody>
      </p:sp>
      <p:sp>
        <p:nvSpPr>
          <p:cNvPr id="39" name="Text 37"/>
          <p:cNvSpPr/>
          <p:nvPr/>
        </p:nvSpPr>
        <p:spPr>
          <a:xfrm>
            <a:off x="1554480" y="626364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Moderation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1554480" y="6629400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filters + admin review; no ML content moderation.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UniFind  ·  Final Report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972800" y="274320"/>
            <a:ext cx="75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Learned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things we would tell our past selves on day one.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365760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783080"/>
            <a:ext cx="3657600" cy="164592"/>
          </a:xfrm>
          <a:prstGeom prst="roundRect">
            <a:avLst>
              <a:gd name="adj" fmla="val 44444"/>
            </a:avLst>
          </a:prstGeom>
          <a:solidFill>
            <a:srgbClr val="0EA5E9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2402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</a:t>
            </a:r>
            <a:endParaRPr lang="en-US" sz="5000" dirty="0"/>
          </a:p>
        </p:txBody>
      </p:sp>
      <p:sp>
        <p:nvSpPr>
          <p:cNvPr id="9" name="Text 7"/>
          <p:cNvSpPr/>
          <p:nvPr/>
        </p:nvSpPr>
        <p:spPr>
          <a:xfrm>
            <a:off x="731520" y="32004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3566160"/>
            <a:ext cx="31089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"Bind-mount your code into Docker containers early."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31520" y="457200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Rebuilding a full image to test a one-line change cost us hours of friction. Live-mount in dev; bake in prod.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51960" y="1783080"/>
            <a:ext cx="365760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51960" y="1783080"/>
            <a:ext cx="3657600" cy="164592"/>
          </a:xfrm>
          <a:prstGeom prst="roundRect">
            <a:avLst>
              <a:gd name="adj" fmla="val 44444"/>
            </a:avLst>
          </a:prstGeom>
          <a:solidFill>
            <a:srgbClr val="0EA5E9"/>
          </a:solidFill>
          <a:ln/>
        </p:spPr>
      </p:sp>
      <p:sp>
        <p:nvSpPr>
          <p:cNvPr id="14" name="Text 12"/>
          <p:cNvSpPr/>
          <p:nvPr/>
        </p:nvSpPr>
        <p:spPr>
          <a:xfrm>
            <a:off x="4526280" y="22402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</a:t>
            </a:r>
            <a:endParaRPr lang="en-US" sz="5000" dirty="0"/>
          </a:p>
        </p:txBody>
      </p:sp>
      <p:sp>
        <p:nvSpPr>
          <p:cNvPr id="15" name="Text 13"/>
          <p:cNvSpPr/>
          <p:nvPr/>
        </p:nvSpPr>
        <p:spPr>
          <a:xfrm>
            <a:off x="4526280" y="32004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↔ BACKEND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26280" y="3566160"/>
            <a:ext cx="31089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"Define a shared contract, not just types."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526280" y="457200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Field-name and status-enum mismatches (user_name vs reporter_name, "open" vs "active") silently broke entire screens.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046720" y="1783080"/>
            <a:ext cx="365760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46720" y="1783080"/>
            <a:ext cx="3657600" cy="164592"/>
          </a:xfrm>
          <a:prstGeom prst="roundRect">
            <a:avLst>
              <a:gd name="adj" fmla="val 44444"/>
            </a:avLst>
          </a:prstGeom>
          <a:solidFill>
            <a:srgbClr val="0EA5E9"/>
          </a:solidFill>
          <a:ln/>
        </p:spPr>
      </p:sp>
      <p:sp>
        <p:nvSpPr>
          <p:cNvPr id="20" name="Text 18"/>
          <p:cNvSpPr/>
          <p:nvPr/>
        </p:nvSpPr>
        <p:spPr>
          <a:xfrm>
            <a:off x="8321040" y="22402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</a:t>
            </a:r>
            <a:endParaRPr lang="en-US" sz="5000" dirty="0"/>
          </a:p>
        </p:txBody>
      </p:sp>
      <p:sp>
        <p:nvSpPr>
          <p:cNvPr id="21" name="Text 19"/>
          <p:cNvSpPr/>
          <p:nvPr/>
        </p:nvSpPr>
        <p:spPr>
          <a:xfrm>
            <a:off x="8321040" y="32004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URLS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321040" y="3566160"/>
            <a:ext cx="31089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"Store relative paths, let clients resolve."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321040" y="457200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 "http://localhost:5001/..." in the DB broke loading from every other device. Relative paths solve it once.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320040" cy="32004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" y="54864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UniFind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219456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548640" y="37490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UniFind — Reuniting Students with Their Belongings.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48463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51206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[Member 1]   ·   [Member 2]   ·   [Member 3]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6126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2190512 Application Development  ·  May 2026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/ Demo: [link]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0058400" y="6355080"/>
            <a:ext cx="1645920" cy="36576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0" y="63550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2026-05-11T12:13:28Z</dcterms:created>
  <dcterms:modified xsi:type="dcterms:W3CDTF">2026-05-11T12:13:28Z</dcterms:modified>
</cp:coreProperties>
</file>